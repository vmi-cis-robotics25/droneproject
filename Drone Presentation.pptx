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38fe75f9b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38fe75f9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38fe75f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38fe75f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38fe75f9b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38fe75f9b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38fe75f9b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38fe75f9b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38fe75f9b_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38fe75f9b_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38fe75f9b_4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38fe75f9b_4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38fe75f9b_4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38fe75f9b_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38fe75f9b_4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38fe75f9b_4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38fe75f9b_4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538fe75f9b_4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311708" y="11306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380"/>
              <a:t>Creating a Low Cost, 3D Printed VTOL Drone for Accessible </a:t>
            </a:r>
            <a:r>
              <a:rPr lang="en" sz="4380"/>
              <a:t>Surveillance</a:t>
            </a:r>
            <a:r>
              <a:rPr lang="en" sz="4380"/>
              <a:t> Solutions</a:t>
            </a:r>
            <a:endParaRPr sz="438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311700" y="32202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Cadets</a:t>
            </a:r>
            <a:r>
              <a:rPr lang="en"/>
              <a:t> Rose, Sesay, Wang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Natural Disasters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Scout to see survivors that need rescuing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Hopefully a cheap, yet reliable option to help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350" y="1407651"/>
            <a:ext cx="4199651" cy="2362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Our goal is to make cheaper drones that can be used to find survivors of natural disasters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" y="2343150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9366" y="2026225"/>
            <a:ext cx="4671864" cy="272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 Choice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11700" y="1152475"/>
            <a:ext cx="467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Lightweight Pre-foamed Polylactic Acid (LW-PLA)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Cost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Lightweight (30% less density than normal PLA)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Maintains strong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Accessible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Harder to print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-38475"/>
            <a:ext cx="4572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Segmenting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Distributes weight across the drone to maximize efficiency.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60 segments</a:t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-8615" l="0" r="0" t="1594"/>
          <a:stretch/>
        </p:blipFill>
        <p:spPr>
          <a:xfrm>
            <a:off x="33350" y="2164775"/>
            <a:ext cx="9143999" cy="3470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Hollow Carbon Fiber Tubes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Super Glue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Small Metric Screws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Threaded inserts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3d Printing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Electronics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Flight</a:t>
            </a:r>
            <a:r>
              <a:rPr lang="en"/>
              <a:t> Controller = F405-VTOL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Motor = Three Lumenier 51As with 32 bit telemetry support, three T- Motor F90 1300KV motors.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Battery = Medium Sized 4S Battery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First Person = DJI O4 Air Unit and the DJI N3 Goggles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1152475"/>
            <a:ext cx="415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Raspberry Pi 0w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Takes the flight speed and elevation from the flight controller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Computes the intervals to take pictures of the ground.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Splice images into one big image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Extracted from the drone upon landing</a:t>
            </a:r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4650" y="661263"/>
            <a:ext cx="38209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different sources and printers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Flight Test the Drone t</a:t>
            </a:r>
            <a:r>
              <a:rPr lang="en"/>
              <a:t>horoughly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xtend the range of the connection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Protect camera </a:t>
            </a:r>
            <a:r>
              <a:rPr lang="en"/>
              <a:t>lens</a:t>
            </a:r>
            <a:r>
              <a:rPr lang="en"/>
              <a:t> from glare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 Cited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12700" lvl="0" marL="3683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Stallion vtol user Manual V2, https://flightory.com/wp-content/uploads/2025/02/STALLION-MANUAL-VTOL-V2.pdf (accessed May 2, 2025).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" lvl="0" marL="3683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D. Hein, T. Kraft, J. Brauchle, and R. Berger, “Integrated UAV-based real-time mapping for security applications,” MDPI, https://www.mdpi.com/2220-9964/8/5/219 (accessed May 1, 2025).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" lvl="0" marL="3683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G. J. J. Ducard, “Review of designs and flight control techniques of hybrid and convertible VTOL uavs,” Aerospace Science and Technology, https://www.sciencedirect.com/science/article/pii/S1270963821005459 (accessed May 1, 2025).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" lvl="0" marL="3683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Design and implementation of a low-cost folding-wing UAV for Model Rocket Deployment | IEEE conference publication | IEEE xplore, https://ieeexplore.ieee.org/document/10115901/ (accessed May 2, 2025).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" lvl="0" marL="3683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Stallion user manual, https://flightory.com/wp-content/uploads/2024/09/STALLION-MANUAL.pdf (accessed May 2, 2025).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